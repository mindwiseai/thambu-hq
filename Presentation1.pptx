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585"/>
  </p:normalViewPr>
  <p:slideViewPr>
    <p:cSldViewPr snapToGrid="0" snapToObjects="1">
      <p:cViewPr varScale="1">
        <p:scale>
          <a:sx n="90" d="100"/>
          <a:sy n="90" d="100"/>
        </p:scale>
        <p:origin x="23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9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1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8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7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0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4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7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6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B948-C9D7-4F49-96A9-2EC18A767AA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CBB71-2F24-FB41-802D-F8457312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1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4" t="21533" r="11992" b="68718"/>
          <a:stretch/>
        </p:blipFill>
        <p:spPr>
          <a:xfrm>
            <a:off x="0" y="5843586"/>
            <a:ext cx="9086863" cy="3028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7175" y="1285875"/>
            <a:ext cx="7929563" cy="1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174" y="2538407"/>
            <a:ext cx="7929563" cy="12144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173" y="3819515"/>
            <a:ext cx="7929563" cy="12144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/>
          <p:cNvSpPr/>
          <p:nvPr/>
        </p:nvSpPr>
        <p:spPr>
          <a:xfrm>
            <a:off x="6586537" y="1285874"/>
            <a:ext cx="3243263" cy="4005263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5" t="19517" r="31742" b="17054"/>
          <a:stretch/>
        </p:blipFill>
        <p:spPr>
          <a:xfrm>
            <a:off x="8208168" y="1285873"/>
            <a:ext cx="3789268" cy="3748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7250" y="1728774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MOTORSPORTS </a:t>
            </a:r>
            <a:r>
              <a:rPr lang="mr-IN" i="1" dirty="0" smtClean="0"/>
              <a:t>–</a:t>
            </a:r>
            <a:r>
              <a:rPr lang="en-US" i="1" dirty="0" smtClean="0"/>
              <a:t> RACING &amp; RALLYING </a:t>
            </a:r>
            <a:endParaRPr lang="en-US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857250" y="2936309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MOTORSPORTS ACADEMY  </a:t>
            </a:r>
            <a:endParaRPr lang="en-US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860822" y="4244218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</a:rPr>
              <a:t>ENGINEERING SOLUTIONS &amp; TRACK DAYS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86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4" t="21533" r="11992" b="68718"/>
          <a:stretch/>
        </p:blipFill>
        <p:spPr>
          <a:xfrm>
            <a:off x="0" y="5843586"/>
            <a:ext cx="9086863" cy="3028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7175" y="1285875"/>
            <a:ext cx="7929563" cy="1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174" y="2538407"/>
            <a:ext cx="7929563" cy="12144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173" y="3819515"/>
            <a:ext cx="7929563" cy="12144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/>
          <p:cNvSpPr/>
          <p:nvPr/>
        </p:nvSpPr>
        <p:spPr>
          <a:xfrm>
            <a:off x="6586537" y="1285874"/>
            <a:ext cx="3243263" cy="37480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57250" y="1728774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MOTORSPORTS </a:t>
            </a:r>
            <a:r>
              <a:rPr lang="mr-IN" i="1" dirty="0" smtClean="0"/>
              <a:t>–</a:t>
            </a:r>
            <a:r>
              <a:rPr lang="en-US" i="1" dirty="0" smtClean="0"/>
              <a:t> RACING &amp; RALLYING </a:t>
            </a:r>
            <a:endParaRPr lang="en-US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857250" y="2936309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MOTORSPORTS ACADEMY  </a:t>
            </a:r>
            <a:endParaRPr lang="en-US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860822" y="4244218"/>
            <a:ext cx="612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</a:rPr>
              <a:t>ENGINEERING SOLUTIONS &amp; TRACK DAYS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4" y="1285873"/>
            <a:ext cx="3916744" cy="37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1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7175" y="1285875"/>
            <a:ext cx="7929563" cy="1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174" y="2538407"/>
            <a:ext cx="7929563" cy="12144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173" y="3819515"/>
            <a:ext cx="7929563" cy="12144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/>
          <p:cNvSpPr/>
          <p:nvPr/>
        </p:nvSpPr>
        <p:spPr>
          <a:xfrm>
            <a:off x="6586537" y="1285874"/>
            <a:ext cx="3243263" cy="37480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7189" y="1728774"/>
            <a:ext cx="74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MAHINDRA ADVENTURE RALLY TEAM 2011-2020</a:t>
            </a:r>
            <a:endParaRPr lang="en-US" sz="280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4" y="1285873"/>
            <a:ext cx="3916744" cy="3748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0933" y="2751155"/>
            <a:ext cx="74009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MARUTI SUZUKI MOTORSPORTS RALLY TEAM  2011-2018</a:t>
            </a:r>
            <a:endParaRPr lang="en-US" sz="2800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58161" y="3980199"/>
            <a:ext cx="74009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</a:rPr>
              <a:t>TOYOTA ETIOS MOTOR RACING 2011-2016 &amp; TOYOTA INDIA RALLY TEAM 2017-2018</a:t>
            </a:r>
            <a:endParaRPr 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1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4" t="21533" r="11992" b="68718"/>
          <a:stretch/>
        </p:blipFill>
        <p:spPr>
          <a:xfrm>
            <a:off x="0" y="5843586"/>
            <a:ext cx="9086863" cy="3028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7175" y="1285875"/>
            <a:ext cx="7929563" cy="12144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174" y="2538407"/>
            <a:ext cx="7929563" cy="12144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173" y="3819515"/>
            <a:ext cx="7929563" cy="12144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/>
          <p:cNvSpPr/>
          <p:nvPr/>
        </p:nvSpPr>
        <p:spPr>
          <a:xfrm>
            <a:off x="6586537" y="1285874"/>
            <a:ext cx="3243263" cy="4005263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5" t="19517" r="31742" b="17054"/>
          <a:stretch/>
        </p:blipFill>
        <p:spPr>
          <a:xfrm>
            <a:off x="8208168" y="1285873"/>
            <a:ext cx="3789268" cy="3748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7189" y="1728774"/>
            <a:ext cx="74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MRF RALLY TEAM 1990 -2004 &amp; 2020 </a:t>
            </a:r>
            <a:r>
              <a:rPr lang="mr-IN" sz="2800" i="1" dirty="0" smtClean="0"/>
              <a:t>–</a:t>
            </a:r>
            <a:r>
              <a:rPr lang="en-US" sz="2800" i="1" dirty="0" smtClean="0"/>
              <a:t> TILL DATE</a:t>
            </a:r>
            <a:endParaRPr lang="en-US" sz="2800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57173" y="2937238"/>
            <a:ext cx="74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/>
              <a:t>JK RALLY TEAM 2004 -2006 &amp; 2020</a:t>
            </a:r>
            <a:endParaRPr lang="en-US" sz="2800" i="1" dirty="0"/>
          </a:p>
        </p:txBody>
      </p:sp>
      <p:sp>
        <p:nvSpPr>
          <p:cNvPr id="16" name="TextBox 15"/>
          <p:cNvSpPr txBox="1"/>
          <p:nvPr/>
        </p:nvSpPr>
        <p:spPr>
          <a:xfrm>
            <a:off x="258161" y="3980199"/>
            <a:ext cx="74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</a:rPr>
              <a:t>YOKOHAMA INDIA RALLY TEAM 2014-2016</a:t>
            </a:r>
            <a:endParaRPr 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0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48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70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Mangal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2026-04-10T08:02:25Z</dcterms:created>
  <dcterms:modified xsi:type="dcterms:W3CDTF">2026-04-10T08:54:43Z</dcterms:modified>
</cp:coreProperties>
</file>