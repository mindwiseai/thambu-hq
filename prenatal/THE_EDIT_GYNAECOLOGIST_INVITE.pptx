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CO-FOUNDER INVITATION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co-founder invitation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36576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Aishwarya Chandrasekaran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•    April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I started this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058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I was planning my pregnancy, I had a quiet, frustrating problem.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22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 couldn't find a prenatal supplement in India that I trusted.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options felt clinical, opaque, or imported. I ended up relying on supplements brought from abroad — because the brands available to me at home felt built more for compliance than for care.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 my pregnancy, I realized I wasn't alone. Most modern Indian women I spoke to had the same struggle.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 I started The Edit.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my husband is part of this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My husband Thambu has spent over a decade in the Indian supplement industry.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 company, Lumen Marketing Company, holds two CSIR-CDRI licenses — for Bacopa monnieri and Terminalia chebula. That's the kind of regulatory depth most Indian supplement startups never get close to.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 brand Mindwise (cognitive wellness, launching June 2026) has taken him through every stage of building a supplement business in India — regulatory, manufacturing, formulation, packaging, distribution.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 brings the operational depth. I bring the founder's vision.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Edit's third co-founder needs to bring the clinical credibility — and that's where you come in.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we're building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 is a modern wellness brand for Indian couples and parents-to-be — across every stage of the family-building journey.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PRINCIPLES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Transparency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ingredient traceable to a named source.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Science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dose backed by published evidence.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Care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formula designed for a specific stage.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0" y="2468880"/>
            <a:ext cx="0" cy="3200400"/>
          </a:xfrm>
          <a:prstGeom prst="line">
            <a:avLst/>
          </a:prstGeom>
          <a:noFill/>
          <a:ln w="9525">
            <a:solidFill>
              <a:srgbClr val="C8C6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2468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PRODUCTS AT LAUNCH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09360" y="278892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For Two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Preconception, for both partners.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Prenatal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Comprehensive pregnancy support.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Postnatal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Postpartum + lactation. Year 1 expansion.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 in India, for Indian women.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we want a co-founder, not an advisor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could pay a doctor to endorse our brand. That's how most Indian supplement brands operate.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22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want to do that.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want a practicing OB-GYN at the founding table — someone whose clinical voice shapes our formulations from Day 1, whose name appears as a co-founder, whose equity reflects the value they bring.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brand we're building deserves to be co-built by someone who actually treats Indian women.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role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OFFER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Co-founder title and founder-level equity in The Edit Pvt Ltd.</a:t>
            </a:r>
            <a:endParaRPr lang="en-US" sz="1300" dirty="0"/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 influence on formulation — your voice shapes every product.</a:t>
            </a:r>
            <a:endParaRPr lang="en-US" sz="1300" dirty="0"/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Public credibility for your practice.</a:t>
            </a:r>
            <a:endParaRPr lang="en-US" sz="1300" dirty="0"/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meaningful role in changing how Indian women think about reproductive wellness.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0" cy="4297680"/>
          </a:xfrm>
          <a:prstGeom prst="line">
            <a:avLst/>
          </a:prstGeom>
          <a:noFill/>
          <a:ln w="9525">
            <a:solidFill>
              <a:srgbClr val="C8C6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0936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196596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practicing OB-GYN with active clinical experience.</a:t>
            </a:r>
            <a:endParaRPr lang="en-US" sz="1300" dirty="0"/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Willingness to co-design formulations, not just review them.</a:t>
            </a:r>
            <a:endParaRPr lang="en-US" sz="1300" dirty="0"/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Comfort being a public face (founder interviews, content) — flexible.</a:t>
            </a:r>
            <a:endParaRPr lang="en-US" sz="1300" dirty="0"/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4–8 hours per week initially, scaling with launch.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EDIT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conversation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anything in this letter resonated with you, I'd love a 30-minute conversation to discuss whether this could be a fit for both of us.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
</a:t>
            </a:r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pressure. No commitment. Just a conversation.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36576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377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Aishwarya Chandrasekaran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Founder, The Edit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[contact email]    •    [contact phone]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Edit — Co-founder Invitation</dc:title>
  <dc:subject>PptxGenJS Presentation</dc:subject>
  <dc:creator>Aishwarya Chandrasekaran</dc:creator>
  <cp:lastModifiedBy>Aishwarya Chandrasekaran</cp:lastModifiedBy>
  <cp:revision>1</cp:revision>
  <dcterms:created xsi:type="dcterms:W3CDTF">2026-04-18T05:12:19Z</dcterms:created>
  <dcterms:modified xsi:type="dcterms:W3CDTF">2026-04-18T05:12:19Z</dcterms:modified>
</cp:coreProperties>
</file>